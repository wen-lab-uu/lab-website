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6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B8DB3-C6CA-459F-B8A5-419AC5FEE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C9BC6-2001-4DD8-A06F-2198CA496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8C4CD-3CAC-49D6-BDF1-B061805C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5A6-117E-4606-9EDA-158A56E6ADBB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5946B-1C41-4951-8DF8-9D7966746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36D15-1AA1-4BAC-9393-653515B3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A728-DD7F-4DE9-909B-E32278901C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41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6756-E4ED-48E9-ACE6-21114CAE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40619-5B12-4F2E-B2AB-3E7F72BEF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5DD94-5DD7-4D84-8A62-5552F0F4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5A6-117E-4606-9EDA-158A56E6ADBB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91D7-FB9D-4F96-ADFD-E2015A85D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4A456-EB17-41C0-936F-0B9B417B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A728-DD7F-4DE9-909B-E32278901C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96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224CD-691D-4F55-8536-D581FE07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7C20A-9F86-4026-8E35-51395CEC9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A5C8D-1E6D-4685-A53D-E9ECB336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5A6-117E-4606-9EDA-158A56E6ADBB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2F8EE-408E-480D-AF19-EBE47C392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ECCEF-42E1-41B8-9059-A681FD17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A728-DD7F-4DE9-909B-E32278901C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168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FB63-164F-4DBA-85A1-E982F712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FF060-8A5D-4BA1-B003-8FCAD7F04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85066-942F-4916-9855-CAF57245F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A7C63-5AF2-425B-8240-50BB86ADE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5A6-117E-4606-9EDA-158A56E6ADBB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1EBB02-CF5F-488B-A82C-1ACCA70A1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5E98A-496A-4C59-B9C1-B676A10B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A728-DD7F-4DE9-909B-E32278901C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351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E25A0-C2A0-4707-AA9C-92B2241B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D895C-B974-4B34-AAD1-BC0C2BED4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B9216-8116-4336-9A2A-FAC86A2FE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D87CF-57D1-4803-868C-79B2AD982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42C73-B7D4-4B9D-ABE4-C6EE083A39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C30D75-2B63-4413-BE20-6317FCAE5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5A6-117E-4606-9EDA-158A56E6ADBB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AE80BE-6303-4473-A826-573A23A5D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0B9152-D3B0-475E-885B-6836CBDF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A728-DD7F-4DE9-909B-E32278901C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0901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11BA3-F6E1-477C-897A-43A8D378C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CBB5C-E3D5-424D-BC4D-68FC0EF5D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5A6-117E-4606-9EDA-158A56E6ADBB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F634-FAD2-41EF-9462-56A3F217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960C13-A90A-4A9B-AD4F-187DDD46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A728-DD7F-4DE9-909B-E32278901C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091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2C515-CED9-48AC-ABD0-7D315F7A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5A6-117E-4606-9EDA-158A56E6ADBB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07AA8C-6DE3-45EE-B354-82C0073DA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D2B13-C4FF-46CA-BD36-A3D7D51F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A728-DD7F-4DE9-909B-E32278901C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0616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0A45-740D-4607-BFC2-233239224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DAA60-3DC2-4FE5-A44C-D1CB79D90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1EF2D-F78C-42C2-951B-E98919D7F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92379-392B-4F8D-9174-1401C382C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5A6-117E-4606-9EDA-158A56E6ADBB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CE84E-CAC9-4B82-8E5D-33ACB2D4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E8BF8-3C20-4F8B-9359-4B7575681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A728-DD7F-4DE9-909B-E32278901C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0998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A094B-7A91-4EE5-A46B-328036AD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979350-5004-4A7B-A8E5-F7AEF2AEA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7D853-E59C-4F0B-BB80-3C78B1B20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2D850-5109-4ABB-9590-5C45D80E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5A6-117E-4606-9EDA-158A56E6ADBB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BCC04-765B-481F-951B-16EFACD8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DD3A7-677D-41A1-B516-BB63DC76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A728-DD7F-4DE9-909B-E32278901C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799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0833-9263-45E5-85C4-2C83D2046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13357-350B-4733-B16B-1387499D1E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1C7AA-9468-45C5-9CCF-ACA16EF78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5A6-117E-4606-9EDA-158A56E6ADBB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724F4-06F6-431F-84FB-2484C00A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613E5-C449-42C2-98C9-5982183F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A728-DD7F-4DE9-909B-E32278901C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12871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CF598B-53DE-4475-AC51-541B79ECA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3E15F-D71B-4312-856D-246A28349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95C1C-A53A-478E-A825-359D2C43B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65A6-117E-4606-9EDA-158A56E6ADBB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F1E72-F2ED-4B4B-B3C2-F1C0D1D2E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C0909-62FE-477A-A873-A0216DA1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A728-DD7F-4DE9-909B-E32278901C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647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00C3F6-501F-4A51-9823-8547FD1A4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DF666-93DE-4289-B5CF-F2DE7B8C5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014EE-D6F2-40FD-A4F1-9A7159530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F65A6-117E-4606-9EDA-158A56E6ADBB}" type="datetimeFigureOut">
              <a:rPr lang="LID4096" smtClean="0"/>
              <a:t>03/02/2026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4070C-ACA7-4A29-8CC9-AE0DF68A0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19614-CDFC-416D-88A4-85BC3E3FD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BA728-DD7F-4DE9-909B-E32278901C4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145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102F34-4237-45EB-9B9B-59C691F185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EBCBC2-1E53-4A51-8B47-C5E98B08B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700" y="171738"/>
            <a:ext cx="7340600" cy="33972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065436-69D0-4F31-872C-6DA993A9C10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563" y="3429000"/>
            <a:ext cx="6847437" cy="159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915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Zhiwei LI</dc:creator>
  <cp:lastModifiedBy>Zhiwei LI</cp:lastModifiedBy>
  <cp:revision>2</cp:revision>
  <dcterms:created xsi:type="dcterms:W3CDTF">2026-03-02T14:24:27Z</dcterms:created>
  <dcterms:modified xsi:type="dcterms:W3CDTF">2026-03-02T14:35:35Z</dcterms:modified>
</cp:coreProperties>
</file>